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98DA8-80BC-DF67-54B2-2BD4A095772B}" v="5" dt="2026-04-16T11:55:09.825"/>
    <p1510:client id="{AAD23458-6EC4-7621-2D96-C37CAE684361}" v="587" dt="2026-04-16T12:39:43.810"/>
    <p1510:client id="{BFDA9BD6-F846-B0AE-7F44-42B9A5B95837}" v="16" dt="2026-04-17T09:20:09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a R J" userId="S::viveka@kamedainfologics.com::4f341ffc-c90f-437c-8ca1-98233d714621" providerId="AD" clId="Web-{AAD23458-6EC4-7621-2D96-C37CAE684361}"/>
    <pc:docChg chg="addSld delSld modSld">
      <pc:chgData name="Viveka R J" userId="S::viveka@kamedainfologics.com::4f341ffc-c90f-437c-8ca1-98233d714621" providerId="AD" clId="Web-{AAD23458-6EC4-7621-2D96-C37CAE684361}" dt="2026-04-16T12:39:43.810" v="500" actId="20577"/>
      <pc:docMkLst>
        <pc:docMk/>
      </pc:docMkLst>
      <pc:sldChg chg="del">
        <pc:chgData name="Viveka R J" userId="S::viveka@kamedainfologics.com::4f341ffc-c90f-437c-8ca1-98233d714621" providerId="AD" clId="Web-{AAD23458-6EC4-7621-2D96-C37CAE684361}" dt="2026-04-16T09:20:47.143" v="1"/>
        <pc:sldMkLst>
          <pc:docMk/>
          <pc:sldMk cId="109857222" sldId="256"/>
        </pc:sldMkLst>
      </pc:sldChg>
      <pc:sldChg chg="addSp modSp new">
        <pc:chgData name="Viveka R J" userId="S::viveka@kamedainfologics.com::4f341ffc-c90f-437c-8ca1-98233d714621" providerId="AD" clId="Web-{AAD23458-6EC4-7621-2D96-C37CAE684361}" dt="2026-04-16T09:21:00.221" v="5" actId="20577"/>
        <pc:sldMkLst>
          <pc:docMk/>
          <pc:sldMk cId="235824626" sldId="257"/>
        </pc:sldMkLst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3" creationId="{F2A8BAEF-B91F-844D-EE8A-45F0673A5547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1:00.221" v="5" actId="20577"/>
          <ac:spMkLst>
            <pc:docMk/>
            <pc:sldMk cId="235824626" sldId="257"/>
            <ac:spMk id="6" creationId="{78CBBBB7-8C54-A495-5007-935FFB4527A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7" creationId="{49FE5DE4-2C17-92B2-17A0-01D4F6C6CC0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8" creationId="{3BABC4FA-221E-9C23-AC1D-C1BC2A366352}"/>
          </ac:spMkLst>
        </pc:spChg>
        <pc:grpChg chg="add">
          <ac:chgData name="Viveka R J" userId="S::viveka@kamedainfologics.com::4f341ffc-c90f-437c-8ca1-98233d714621" providerId="AD" clId="Web-{AAD23458-6EC4-7621-2D96-C37CAE684361}" dt="2026-04-16T09:20:49.034" v="2"/>
          <ac:grpSpMkLst>
            <pc:docMk/>
            <pc:sldMk cId="235824626" sldId="257"/>
            <ac:grpSpMk id="4" creationId="{3939EF48-75D3-388B-158D-1A7E060360A3}"/>
          </ac:grpSpMkLst>
        </pc:grpChg>
        <pc:picChg chg="add">
          <ac:chgData name="Viveka R J" userId="S::viveka@kamedainfologics.com::4f341ffc-c90f-437c-8ca1-98233d714621" providerId="AD" clId="Web-{AAD23458-6EC4-7621-2D96-C37CAE684361}" dt="2026-04-16T09:20:49.034" v="2"/>
          <ac:picMkLst>
            <pc:docMk/>
            <pc:sldMk cId="235824626" sldId="257"/>
            <ac:picMk id="2" creationId="{51E62AA5-FE48-BD9D-B019-518859B6B972}"/>
          </ac:picMkLst>
        </pc:picChg>
        <pc:picChg chg="add">
          <ac:chgData name="Viveka R J" userId="S::viveka@kamedainfologics.com::4f341ffc-c90f-437c-8ca1-98233d714621" providerId="AD" clId="Web-{AAD23458-6EC4-7621-2D96-C37CAE684361}" dt="2026-04-16T09:20:49.034" v="2"/>
          <ac:picMkLst>
            <pc:docMk/>
            <pc:sldMk cId="235824626" sldId="257"/>
            <ac:picMk id="5" creationId="{75589D4E-FD04-89C5-F941-FCE0B78106D2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09:24:01.737" v="17" actId="20577"/>
        <pc:sldMkLst>
          <pc:docMk/>
          <pc:sldMk cId="3244071427" sldId="258"/>
        </pc:sldMkLst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2" creationId="{296855D4-617F-597B-F68F-B83E8C0F7472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1:11.581" v="8" actId="20577"/>
          <ac:spMkLst>
            <pc:docMk/>
            <pc:sldMk cId="3244071427" sldId="258"/>
            <ac:spMk id="4" creationId="{A1655381-1D7E-8D01-2EBB-F908A9B702C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5" creationId="{A047A976-B327-7C00-2AE9-5B1EA1FD1FC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7" creationId="{26573621-E933-1881-10BB-0EA6B265F69E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8" creationId="{3BA7FF1F-2598-1B98-6EF6-1FA1637EEE32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4:01.737" v="17" actId="20577"/>
          <ac:spMkLst>
            <pc:docMk/>
            <pc:sldMk cId="3244071427" sldId="258"/>
            <ac:spMk id="9" creationId="{1B7DD7AF-E7C2-73BF-E72A-1919342F4D4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0" creationId="{BBE19FE1-1A90-D58D-CF16-30D2869F697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1" creationId="{15E4E264-76D8-2497-4E03-AC81047A8B6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2" creationId="{E53BBA80-42A8-80B2-E8CC-02829CF9C1A8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3" creationId="{A551D067-32E0-BDB4-CDD9-EC57F34CCC6F}"/>
          </ac:spMkLst>
        </pc:spChg>
      </pc:sldChg>
      <pc:sldChg chg="addSp modSp new">
        <pc:chgData name="Viveka R J" userId="S::viveka@kamedainfologics.com::4f341ffc-c90f-437c-8ca1-98233d714621" providerId="AD" clId="Web-{AAD23458-6EC4-7621-2D96-C37CAE684361}" dt="2026-04-16T09:29:27.705" v="28" actId="20577"/>
        <pc:sldMkLst>
          <pc:docMk/>
          <pc:sldMk cId="1971545406" sldId="259"/>
        </pc:sldMkLst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2" creationId="{77517952-DBFC-04D0-EE3C-9E7F79063BB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3" creationId="{8C8624FC-DEEC-62D4-F925-7C25E09495AE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4:11.158" v="20" actId="20577"/>
          <ac:spMkLst>
            <pc:docMk/>
            <pc:sldMk cId="1971545406" sldId="259"/>
            <ac:spMk id="4" creationId="{A2A29291-F0C7-A0C5-CB29-1970113A33B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5" creationId="{25101499-7C12-B99F-BACA-9148B69B963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6" creationId="{05AA4797-568E-6DE4-6E29-AC593838F691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7" creationId="{914361D9-FCE0-DD63-CE85-1CC3B8E1A8F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8" creationId="{25646AF1-E994-1211-F8E5-E0F5A20D0DD9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9:27.705" v="28" actId="20577"/>
          <ac:spMkLst>
            <pc:docMk/>
            <pc:sldMk cId="1971545406" sldId="259"/>
            <ac:spMk id="9" creationId="{27CFD1E1-D488-2D56-19BC-5FA44F787194}"/>
          </ac:spMkLst>
        </pc:spChg>
      </pc:sldChg>
      <pc:sldChg chg="addSp modSp new">
        <pc:chgData name="Viveka R J" userId="S::viveka@kamedainfologics.com::4f341ffc-c90f-437c-8ca1-98233d714621" providerId="AD" clId="Web-{AAD23458-6EC4-7621-2D96-C37CAE684361}" dt="2026-04-16T12:38:18.841" v="491" actId="20577"/>
        <pc:sldMkLst>
          <pc:docMk/>
          <pc:sldMk cId="4216389360" sldId="260"/>
        </pc:sldMkLst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2" creationId="{6DA59F51-E508-B059-DB07-E70B5F00A81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3" creationId="{2F334FFC-595D-B7B1-3E18-E40BEE94E927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9:40.502" v="31" actId="20577"/>
          <ac:spMkLst>
            <pc:docMk/>
            <pc:sldMk cId="4216389360" sldId="260"/>
            <ac:spMk id="4" creationId="{81449BD1-E054-42F9-50A2-D1E88FEA957D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5" creationId="{729B8901-05B0-2E59-E436-6DBCB68BF65A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6" creationId="{506D2C36-A51A-FC6E-D328-02223C6730C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7" creationId="{76EF217A-D58E-1B71-6458-D2852527E5BA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2:38:18.841" v="491" actId="20577"/>
          <ac:spMkLst>
            <pc:docMk/>
            <pc:sldMk cId="4216389360" sldId="260"/>
            <ac:spMk id="8" creationId="{D39D4AFC-3155-3A75-3C73-B0BDFFF49EBB}"/>
          </ac:spMkLst>
        </pc:spChg>
        <pc:picChg chg="add">
          <ac:chgData name="Viveka R J" userId="S::viveka@kamedainfologics.com::4f341ffc-c90f-437c-8ca1-98233d714621" providerId="AD" clId="Web-{AAD23458-6EC4-7621-2D96-C37CAE684361}" dt="2026-04-16T09:29:37.752" v="30"/>
          <ac:picMkLst>
            <pc:docMk/>
            <pc:sldMk cId="4216389360" sldId="260"/>
            <ac:picMk id="9" creationId="{42E2AA1E-A563-EBEB-32C0-8A2B6A65FF4D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09:47:50.203" v="216"/>
        <pc:sldMkLst>
          <pc:docMk/>
          <pc:sldMk cId="789992936" sldId="261"/>
        </pc:sldMkLst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" creationId="{9C4B2D73-841E-A61D-C0FB-8CE63FD81E1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4" creationId="{8D3A6ECF-8A51-550D-F14B-2634CA61E27F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2" creationId="{67BF1FF6-9128-2912-D1B6-37B73DC53D6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5" creationId="{DE0ACF0B-C588-0F5A-0761-A28A78D7AAE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6" creationId="{EA93A62E-4DAF-8570-C956-38A2325C64C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2" creationId="{38502BD4-8F18-4CC5-125D-6D00D0961868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3" creationId="{25BD819C-FF5A-2CDE-F5F6-1C8B7A19724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6" creationId="{261F08C8-994C-E74F-43F4-F06692747B0A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30" creationId="{DF6769B1-5D32-883F-4E26-F329BFFF80E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32" creationId="{A7B402D4-C0EB-21B2-0BC8-8C7206CD0579}"/>
          </ac:spMkLst>
        </pc:spChg>
        <pc:graphicFrameChg chg="add mod modGraphic">
          <ac:chgData name="Viveka R J" userId="S::viveka@kamedainfologics.com::4f341ffc-c90f-437c-8ca1-98233d714621" providerId="AD" clId="Web-{AAD23458-6EC4-7621-2D96-C37CAE684361}" dt="2026-04-16T09:47:50.203" v="216"/>
          <ac:graphicFrameMkLst>
            <pc:docMk/>
            <pc:sldMk cId="789992936" sldId="261"/>
            <ac:graphicFrameMk id="35" creationId="{E8A376E2-E4F2-8068-8FAF-C8782C4719C4}"/>
          </ac:graphicFrameMkLst>
        </pc:graphicFrameChg>
      </pc:sldChg>
      <pc:sldChg chg="addSp modSp new">
        <pc:chgData name="Viveka R J" userId="S::viveka@kamedainfologics.com::4f341ffc-c90f-437c-8ca1-98233d714621" providerId="AD" clId="Web-{AAD23458-6EC4-7621-2D96-C37CAE684361}" dt="2026-04-16T12:38:40.200" v="495"/>
        <pc:sldMkLst>
          <pc:docMk/>
          <pc:sldMk cId="519607936" sldId="262"/>
        </pc:sldMkLst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2" creationId="{B9CCD419-A7EB-9B28-6DEC-561E91AF276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3" creationId="{66655477-ECC6-9139-51F0-892F16AD97B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4" creationId="{25E46875-B456-741A-5A8A-A3087710D65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5" creationId="{8EE38B02-63B7-AA19-AACF-85235124C801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6" creationId="{4D07E0B1-B0F3-5C4B-7D13-F87728AF7F6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7" creationId="{D2407C76-8872-7F3D-FA09-DB8585DBA96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8" creationId="{799EAB7E-662C-0248-29C6-B136AD98263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10" creationId="{4D07E0B1-B0F3-5C4B-7D13-F87728AF7F66}"/>
          </ac:spMkLst>
        </pc:spChg>
        <pc:graphicFrameChg chg="add mod modGraphic">
          <ac:chgData name="Viveka R J" userId="S::viveka@kamedainfologics.com::4f341ffc-c90f-437c-8ca1-98233d714621" providerId="AD" clId="Web-{AAD23458-6EC4-7621-2D96-C37CAE684361}" dt="2026-04-16T12:38:40.200" v="495"/>
          <ac:graphicFrameMkLst>
            <pc:docMk/>
            <pc:sldMk cId="519607936" sldId="262"/>
            <ac:graphicFrameMk id="12" creationId="{C2DA69B8-7873-C4DF-606A-1D09228240D9}"/>
          </ac:graphicFrameMkLst>
        </pc:graphicFrameChg>
        <pc:picChg chg="add">
          <ac:chgData name="Viveka R J" userId="S::viveka@kamedainfologics.com::4f341ffc-c90f-437c-8ca1-98233d714621" providerId="AD" clId="Web-{AAD23458-6EC4-7621-2D96-C37CAE684361}" dt="2026-04-16T09:48:07.313" v="218"/>
          <ac:picMkLst>
            <pc:docMk/>
            <pc:sldMk cId="519607936" sldId="262"/>
            <ac:picMk id="9" creationId="{C992643A-4359-53DF-42BB-567E85A910C4}"/>
          </ac:picMkLst>
        </pc:picChg>
      </pc:sldChg>
      <pc:sldChg chg="addSp delSp modSp new">
        <pc:chgData name="Viveka R J" userId="S::viveka@kamedainfologics.com::4f341ffc-c90f-437c-8ca1-98233d714621" providerId="AD" clId="Web-{AAD23458-6EC4-7621-2D96-C37CAE684361}" dt="2026-04-16T09:54:40.344" v="450" actId="1076"/>
        <pc:sldMkLst>
          <pc:docMk/>
          <pc:sldMk cId="3233636942" sldId="263"/>
        </pc:sldMkLst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2" creationId="{ABFDD522-AE85-E0D5-D9D1-A4F626CA9B1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3" creationId="{C07B62D2-D099-2C86-D9AA-7FB86B9669E5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52:50.297" v="446" actId="20577"/>
          <ac:spMkLst>
            <pc:docMk/>
            <pc:sldMk cId="3233636942" sldId="263"/>
            <ac:spMk id="4" creationId="{A471CA80-390F-F6E8-15EE-516621AF892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5" creationId="{85CD742A-223C-4063-5F72-B186EDFA7A6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6" creationId="{9B958629-664E-0318-548E-7B0741E9777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7" creationId="{991504A5-8049-A541-176C-3AE13AF4016D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8" creationId="{BE178A0F-61BC-3166-B561-E94D9FA80286}"/>
          </ac:spMkLst>
        </pc:spChg>
        <pc:picChg chg="add del">
          <ac:chgData name="Viveka R J" userId="S::viveka@kamedainfologics.com::4f341ffc-c90f-437c-8ca1-98233d714621" providerId="AD" clId="Web-{AAD23458-6EC4-7621-2D96-C37CAE684361}" dt="2026-04-16T09:52:52.297" v="447"/>
          <ac:picMkLst>
            <pc:docMk/>
            <pc:sldMk cId="3233636942" sldId="263"/>
            <ac:picMk id="9" creationId="{A9B58D65-B753-09CE-D597-B87038E9A0F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4:40.344" v="450" actId="1076"/>
          <ac:picMkLst>
            <pc:docMk/>
            <pc:sldMk cId="3233636942" sldId="263"/>
            <ac:picMk id="10" creationId="{935932C2-BCFB-4A83-7762-4B9BB0683061}"/>
          </ac:picMkLst>
        </pc:picChg>
      </pc:sldChg>
      <pc:sldChg chg="addSp delSp modSp new">
        <pc:chgData name="Viveka R J" userId="S::viveka@kamedainfologics.com::4f341ffc-c90f-437c-8ca1-98233d714621" providerId="AD" clId="Web-{AAD23458-6EC4-7621-2D96-C37CAE684361}" dt="2026-04-16T09:55:58.843" v="469" actId="14100"/>
        <pc:sldMkLst>
          <pc:docMk/>
          <pc:sldMk cId="265892204" sldId="264"/>
        </pc:sldMkLst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3" creationId="{6E2D2762-A944-E093-9418-F995B240588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4" creationId="{DC20F783-2EE5-FF30-F4C6-69C1794411AB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5" creationId="{7068C4FA-4F96-D7F6-4D9E-6BD7A2E0063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6" creationId="{F80893A1-B891-AC40-22F3-3D256CAD747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7" creationId="{A81362B8-4A86-DE3F-E860-9F1158A7E9A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9" creationId="{6E2D2762-A944-E093-9418-F995B240588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0" creationId="{DC20F783-2EE5-FF30-F4C6-69C1794411AB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1" creationId="{7068C4FA-4F96-D7F6-4D9E-6BD7A2E0063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2" creationId="{F80893A1-B891-AC40-22F3-3D256CAD747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3" creationId="{A81362B8-4A86-DE3F-E860-9F1158A7E9A2}"/>
          </ac:spMkLst>
        </pc:spChg>
        <pc:picChg chg="del">
          <ac:chgData name="Viveka R J" userId="S::viveka@kamedainfologics.com::4f341ffc-c90f-437c-8ca1-98233d714621" providerId="AD" clId="Web-{AAD23458-6EC4-7621-2D96-C37CAE684361}" dt="2026-04-16T09:54:50.375" v="452"/>
          <ac:picMkLst>
            <pc:docMk/>
            <pc:sldMk cId="265892204" sldId="264"/>
            <ac:picMk id="14" creationId="{587734B0-5B66-4790-6BBE-174656286A7C}"/>
          </ac:picMkLst>
        </pc:picChg>
        <pc:picChg chg="del">
          <ac:chgData name="Viveka R J" userId="S::viveka@kamedainfologics.com::4f341ffc-c90f-437c-8ca1-98233d714621" providerId="AD" clId="Web-{AAD23458-6EC4-7621-2D96-C37CAE684361}" dt="2026-04-16T09:54:51.969" v="453"/>
          <ac:picMkLst>
            <pc:docMk/>
            <pc:sldMk cId="265892204" sldId="264"/>
            <ac:picMk id="15" creationId="{623C1CA0-8B8A-C162-E293-3D04733AB492}"/>
          </ac:picMkLst>
        </pc:picChg>
        <pc:picChg chg="del">
          <ac:chgData name="Viveka R J" userId="S::viveka@kamedainfologics.com::4f341ffc-c90f-437c-8ca1-98233d714621" providerId="AD" clId="Web-{AAD23458-6EC4-7621-2D96-C37CAE684361}" dt="2026-04-16T09:54:53.640" v="454"/>
          <ac:picMkLst>
            <pc:docMk/>
            <pc:sldMk cId="265892204" sldId="264"/>
            <ac:picMk id="16" creationId="{6E1BB830-257A-CE8F-E086-8ED3DEFB1CB5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3.015" v="466" actId="1076"/>
          <ac:picMkLst>
            <pc:docMk/>
            <pc:sldMk cId="265892204" sldId="264"/>
            <ac:picMk id="17" creationId="{0DCF9950-5596-4DE9-87C7-065895CEA91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4.296" v="467" actId="1076"/>
          <ac:picMkLst>
            <pc:docMk/>
            <pc:sldMk cId="265892204" sldId="264"/>
            <ac:picMk id="18" creationId="{CC8707CC-756B-DBD2-1763-FEE81AE3A95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8.843" v="469" actId="14100"/>
          <ac:picMkLst>
            <pc:docMk/>
            <pc:sldMk cId="265892204" sldId="264"/>
            <ac:picMk id="19" creationId="{9BFDF5B2-E05E-FB7B-060D-F51471FD7FFE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12:39:43.810" v="500" actId="20577"/>
        <pc:sldMkLst>
          <pc:docMk/>
          <pc:sldMk cId="1655167718" sldId="265"/>
        </pc:sldMkLst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2" creationId="{F91258D9-DE58-8A9D-34FF-925440B7F97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3" creationId="{BD8C0993-A36B-408E-692E-13DCDC0DFC00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56:15.093" v="473" actId="20577"/>
          <ac:spMkLst>
            <pc:docMk/>
            <pc:sldMk cId="1655167718" sldId="265"/>
            <ac:spMk id="4" creationId="{F2FF6AB4-A500-7764-3B89-7A8D38F5C76F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5" creationId="{A4B683FD-847D-54FC-E248-3B95A33A62BE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6" creationId="{67B5CAA9-94E0-5D56-15B9-36EC9F471B0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7" creationId="{2945FDF8-0A33-5256-63BD-39D20620385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8" creationId="{6461A738-06BA-2941-64D3-837CB89FA9F4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2:39:43.810" v="500" actId="20577"/>
          <ac:spMkLst>
            <pc:docMk/>
            <pc:sldMk cId="1655167718" sldId="265"/>
            <ac:spMk id="10" creationId="{D00B3D8B-3ECC-260B-F9B8-7ADD404CCD20}"/>
          </ac:spMkLst>
        </pc:spChg>
        <pc:picChg chg="add">
          <ac:chgData name="Viveka R J" userId="S::viveka@kamedainfologics.com::4f341ffc-c90f-437c-8ca1-98233d714621" providerId="AD" clId="Web-{AAD23458-6EC4-7621-2D96-C37CAE684361}" dt="2026-04-16T09:56:12.156" v="471"/>
          <ac:picMkLst>
            <pc:docMk/>
            <pc:sldMk cId="1655167718" sldId="265"/>
            <ac:picMk id="9" creationId="{C992643A-4359-53DF-42BB-567E85A910C4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10:03:17.577" v="486" actId="20577"/>
        <pc:sldMkLst>
          <pc:docMk/>
          <pc:sldMk cId="3169313456" sldId="266"/>
        </pc:sldMkLst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2" creationId="{8137BB96-0E0F-BDB9-7936-17324173E99F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3" creationId="{09792C2C-B31A-01BF-8D69-271536C1ACB9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0:02:35.780" v="478" actId="20577"/>
          <ac:spMkLst>
            <pc:docMk/>
            <pc:sldMk cId="3169313456" sldId="266"/>
            <ac:spMk id="4" creationId="{DEFB55C8-7467-7DF8-A5EA-F76D8132C57A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5" creationId="{E54258D8-7CD6-76D7-3BCE-25C05558F93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6" creationId="{C08E6FA2-D2BE-94A2-FA88-E2C3BD663317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7" creationId="{2E3B57F5-1240-489F-7FCA-E51974729DC0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8" creationId="{E3583D7B-987B-246B-2641-121A3D675B28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0:03:17.577" v="486" actId="20577"/>
          <ac:spMkLst>
            <pc:docMk/>
            <pc:sldMk cId="3169313456" sldId="266"/>
            <ac:spMk id="9" creationId="{1337A2B3-57C9-68B7-6FB9-8FDC0D517B70}"/>
          </ac:spMkLst>
        </pc:spChg>
        <pc:picChg chg="add">
          <ac:chgData name="Viveka R J" userId="S::viveka@kamedainfologics.com::4f341ffc-c90f-437c-8ca1-98233d714621" providerId="AD" clId="Web-{AAD23458-6EC4-7621-2D96-C37CAE684361}" dt="2026-04-16T10:02:32.640" v="477"/>
          <ac:picMkLst>
            <pc:docMk/>
            <pc:sldMk cId="3169313456" sldId="266"/>
            <ac:picMk id="10" creationId="{ACF63AAA-0AA2-681B-1D87-5DD519598570}"/>
          </ac:picMkLst>
        </pc:picChg>
      </pc:sldChg>
      <pc:sldChg chg="addSp new">
        <pc:chgData name="Viveka R J" userId="S::viveka@kamedainfologics.com::4f341ffc-c90f-437c-8ca1-98233d714621" providerId="AD" clId="Web-{AAD23458-6EC4-7621-2D96-C37CAE684361}" dt="2026-04-16T10:03:27.811" v="488"/>
        <pc:sldMkLst>
          <pc:docMk/>
          <pc:sldMk cId="2828147127" sldId="267"/>
        </pc:sldMkLst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2" creationId="{076AEE59-F13A-464E-F971-43F8B465B71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3" creationId="{A7829175-68C6-1C2E-A197-EF5817E7F0CE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5" creationId="{8E599B89-2DA4-6BBD-73DA-D4360811F93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6" creationId="{63E95002-9057-6713-5FAB-4AA234E518D8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7" creationId="{4623D611-83DB-40F8-CC0D-EE0C67C3036C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8" creationId="{A6812AB7-20D4-EED3-23C8-6ADAAF7DF8F8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9" creationId="{6CEDE9DC-6E68-0E40-6444-05206C20A925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0" creationId="{C1161D70-3AC6-01B4-72D8-2D60030EFFDC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1" creationId="{A6241B32-BEA7-739E-448E-135EC618E684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8" creationId="{1162FE65-6FB6-EDF7-2995-430ED9D2B9DF}"/>
          </ac:spMkLst>
        </pc:spChg>
      </pc:sldChg>
    </pc:docChg>
  </pc:docChgLst>
  <pc:docChgLst>
    <pc:chgData name="Anshad Muhammed V" userId="S::anshad.m@kamedainfologics.com::993e189f-84f1-4f7e-89a8-a0aeb8e5baa3" providerId="AD" clId="Web-{83498DA8-80BC-DF67-54B2-2BD4A095772B}"/>
    <pc:docChg chg="modSld">
      <pc:chgData name="Anshad Muhammed V" userId="S::anshad.m@kamedainfologics.com::993e189f-84f1-4f7e-89a8-a0aeb8e5baa3" providerId="AD" clId="Web-{83498DA8-80BC-DF67-54B2-2BD4A095772B}" dt="2026-04-16T11:54:34.650" v="3" actId="20577"/>
      <pc:docMkLst>
        <pc:docMk/>
      </pc:docMkLst>
      <pc:sldChg chg="modSp">
        <pc:chgData name="Anshad Muhammed V" userId="S::anshad.m@kamedainfologics.com::993e189f-84f1-4f7e-89a8-a0aeb8e5baa3" providerId="AD" clId="Web-{83498DA8-80BC-DF67-54B2-2BD4A095772B}" dt="2026-04-16T11:54:34.650" v="3" actId="20577"/>
        <pc:sldMkLst>
          <pc:docMk/>
          <pc:sldMk cId="4216389360" sldId="260"/>
        </pc:sldMkLst>
        <pc:spChg chg="mod">
          <ac:chgData name="Anshad Muhammed V" userId="S::anshad.m@kamedainfologics.com::993e189f-84f1-4f7e-89a8-a0aeb8e5baa3" providerId="AD" clId="Web-{83498DA8-80BC-DF67-54B2-2BD4A095772B}" dt="2026-04-16T11:54:34.650" v="3" actId="20577"/>
          <ac:spMkLst>
            <pc:docMk/>
            <pc:sldMk cId="4216389360" sldId="260"/>
            <ac:spMk id="4" creationId="{81449BD1-E054-42F9-50A2-D1E88FEA957D}"/>
          </ac:spMkLst>
        </pc:spChg>
      </pc:sldChg>
    </pc:docChg>
  </pc:docChgLst>
  <pc:docChgLst>
    <pc:chgData name="Viveka R J" userId="S::viveka@kamedainfologics.com::4f341ffc-c90f-437c-8ca1-98233d714621" providerId="AD" clId="Web-{BFDA9BD6-F846-B0AE-7F44-42B9A5B95837}"/>
    <pc:docChg chg="modSld">
      <pc:chgData name="Viveka R J" userId="S::viveka@kamedainfologics.com::4f341ffc-c90f-437c-8ca1-98233d714621" providerId="AD" clId="Web-{BFDA9BD6-F846-B0AE-7F44-42B9A5B95837}" dt="2026-04-17T09:20:09.041" v="7" actId="20577"/>
      <pc:docMkLst>
        <pc:docMk/>
      </pc:docMkLst>
      <pc:sldChg chg="modSp">
        <pc:chgData name="Viveka R J" userId="S::viveka@kamedainfologics.com::4f341ffc-c90f-437c-8ca1-98233d714621" providerId="AD" clId="Web-{BFDA9BD6-F846-B0AE-7F44-42B9A5B95837}" dt="2026-04-17T09:20:09.041" v="7" actId="20577"/>
        <pc:sldMkLst>
          <pc:docMk/>
          <pc:sldMk cId="3169313456" sldId="266"/>
        </pc:sldMkLst>
        <pc:spChg chg="mod">
          <ac:chgData name="Viveka R J" userId="S::viveka@kamedainfologics.com::4f341ffc-c90f-437c-8ca1-98233d714621" providerId="AD" clId="Web-{BFDA9BD6-F846-B0AE-7F44-42B9A5B95837}" dt="2026-04-17T09:20:09.041" v="7" actId="20577"/>
          <ac:spMkLst>
            <pc:docMk/>
            <pc:sldMk cId="3169313456" sldId="266"/>
            <ac:spMk id="9" creationId="{1337A2B3-57C9-68B7-6FB9-8FDC0D517B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 8">
            <a:extLst>
              <a:ext uri="{FF2B5EF4-FFF2-40B4-BE49-F238E27FC236}">
                <a16:creationId xmlns:a16="http://schemas.microsoft.com/office/drawing/2014/main" id="{51E62AA5-FE48-BD9D-B019-518859B6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70" b="4229"/>
          <a:stretch>
            <a:fillRect/>
          </a:stretch>
        </p:blipFill>
        <p:spPr>
          <a:xfrm>
            <a:off x="5827943" y="1146051"/>
            <a:ext cx="3802273" cy="41483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F2A8BAEF-B91F-844D-EE8A-45F0673A5547}"/>
              </a:ext>
            </a:extLst>
          </p:cNvPr>
          <p:cNvSpPr txBox="1"/>
          <p:nvPr/>
        </p:nvSpPr>
        <p:spPr>
          <a:xfrm>
            <a:off x="189506" y="6500834"/>
            <a:ext cx="2276016" cy="23083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/>
              <a:t>www.kamedainfologics.com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39EF48-75D3-388B-158D-1A7E060360A3}"/>
              </a:ext>
            </a:extLst>
          </p:cNvPr>
          <p:cNvGrpSpPr/>
          <p:nvPr/>
        </p:nvGrpSpPr>
        <p:grpSpPr>
          <a:xfrm>
            <a:off x="331746" y="1522717"/>
            <a:ext cx="4643472" cy="2656385"/>
            <a:chOff x="331746" y="1522717"/>
            <a:chExt cx="9286941" cy="5312758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9FE5DE4-2C17-92B2-17A0-01D4F6C6CC05}"/>
                </a:ext>
              </a:extLst>
            </p:cNvPr>
            <p:cNvSpPr txBox="1"/>
            <p:nvPr/>
          </p:nvSpPr>
          <p:spPr>
            <a:xfrm>
              <a:off x="331746" y="1522717"/>
              <a:ext cx="9286941" cy="50270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b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8800" b="1" spc="-23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rPr sz="4000" dirty="0"/>
                <a:t>Y</a:t>
              </a:r>
              <a:r>
                <a:rPr lang="en-GB" sz="4000" dirty="0"/>
                <a:t>ASASII</a:t>
              </a:r>
              <a:r>
                <a:rPr sz="4000" dirty="0"/>
                <a:t> </a:t>
              </a:r>
              <a:r>
                <a:rPr lang="en-IN" sz="4000" dirty="0">
                  <a:solidFill>
                    <a:srgbClr val="00A8A3"/>
                  </a:solidFill>
                </a:rPr>
                <a:t>Sprint </a:t>
              </a:r>
              <a:r>
                <a:rPr lang="en-GB" sz="4000" b="1" spc="-232" dirty="0">
                  <a:solidFill>
                    <a:srgbClr val="00A8A3"/>
                  </a:solidFill>
                  <a:latin typeface="Poppins"/>
                  <a:ea typeface="Poppins"/>
                  <a:cs typeface="Poppins"/>
                </a:rPr>
                <a:t>Retrospective</a:t>
              </a:r>
              <a:r>
                <a:rPr lang="en-IN" sz="4000" dirty="0">
                  <a:solidFill>
                    <a:srgbClr val="00A8A3"/>
                  </a:solidFill>
                </a:rPr>
                <a:t> Report-Team Pegasus</a:t>
              </a:r>
            </a:p>
          </p:txBody>
        </p:sp>
        <p:sp>
          <p:nv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3BABC4FA-221E-9C23-AC1D-C1BC2A366352}"/>
                </a:ext>
              </a:extLst>
            </p:cNvPr>
            <p:cNvSpPr/>
            <p:nvPr/>
          </p:nvSpPr>
          <p:spPr>
            <a:xfrm>
              <a:off x="403184" y="6835471"/>
              <a:ext cx="6715172" cy="4"/>
            </a:xfrm>
            <a:prstGeom prst="line">
              <a:avLst/>
            </a:prstGeom>
            <a:noFill/>
            <a:ln w="9525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22859" tIns="22859" rIns="22859" bIns="22859" numCol="1" anchor="t">
              <a:no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</p:grpSp>
      <p:pic>
        <p:nvPicPr>
          <p:cNvPr id="5" name="Picture 4" descr="Picture 37">
            <a:extLst>
              <a:ext uri="{FF2B5EF4-FFF2-40B4-BE49-F238E27FC236}">
                <a16:creationId xmlns:a16="http://schemas.microsoft.com/office/drawing/2014/main" id="{75589D4E-FD04-89C5-F941-FCE0B78106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CBBBB7-8C54-A495-5007-935FFB4527A5}"/>
              </a:ext>
            </a:extLst>
          </p:cNvPr>
          <p:cNvSpPr/>
          <p:nvPr/>
        </p:nvSpPr>
        <p:spPr>
          <a:xfrm>
            <a:off x="1242821" y="5463895"/>
            <a:ext cx="885820" cy="32316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{{TITLE}}</a:t>
            </a:r>
            <a:endParaRPr lang="en-US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723068-0E71-FB27-A4C9-F5D83A111991}"/>
              </a:ext>
            </a:extLst>
          </p:cNvPr>
          <p:cNvSpPr/>
          <p:nvPr/>
        </p:nvSpPr>
        <p:spPr>
          <a:xfrm>
            <a:off x="1245611" y="5820781"/>
            <a:ext cx="880241" cy="323165"/>
          </a:xfrm>
          <a:prstGeom prst="rect">
            <a:avLst/>
          </a:prstGeom>
          <a:noFill/>
        </p:spPr>
        <p:txBody>
          <a:bodyPr wrap="none" lIns="45720" tIns="22860" rIns="45720" bIns="22860" anchor="t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{{DATE}}</a:t>
            </a:r>
            <a:endParaRPr lang="en-US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82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296855D4-617F-597B-F68F-B83E8C0F7472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266B2458-269A-C109-76C2-63B140BA0EBD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A047A976-B327-7C00-2AE9-5B1EA1FD1FC2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F542C-580E-2B9E-7764-DFD652A74A89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26573621-E933-1881-10BB-0EA6B265F69E}"/>
              </a:ext>
            </a:extLst>
          </p:cNvPr>
          <p:cNvSpPr txBox="1"/>
          <p:nvPr/>
        </p:nvSpPr>
        <p:spPr>
          <a:xfrm>
            <a:off x="2346084" y="1478997"/>
            <a:ext cx="168924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Sprint at a Glance</a:t>
            </a:r>
            <a:endParaRPr sz="160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3BA7FF1F-2598-1B98-6EF6-1FA1637EEE32}"/>
              </a:ext>
            </a:extLst>
          </p:cNvPr>
          <p:cNvSpPr txBox="1"/>
          <p:nvPr/>
        </p:nvSpPr>
        <p:spPr>
          <a:xfrm>
            <a:off x="7408859" y="1493538"/>
            <a:ext cx="158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Performed</a:t>
            </a:r>
            <a:endParaRPr sz="1600"/>
          </a:p>
        </p:txBody>
      </p:sp>
      <p:sp>
        <p:nvSpPr>
          <p:cNvPr id="9" name="CuadroTexto 28">
            <a:extLst>
              <a:ext uri="{FF2B5EF4-FFF2-40B4-BE49-F238E27FC236}">
                <a16:creationId xmlns:a16="http://schemas.microsoft.com/office/drawing/2014/main" id="{1B7DD7AF-E7C2-73BF-E72A-1919342F4D4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{{POINT_2_PAGE_1}}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{{POINT_3_PAGE_1}}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{{POINT_4_PAGE_1}}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{{POINT_5_PAGE_1}}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{{POINT_6_PAGE_1}}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{{POINT_7_PAGE_1}}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{{POINT_8_PAGE_1}}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{{POINT_9_PAGE_1}}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{{POINT_10_PAGE_1}}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{{POINT_11_PAGE_1}}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BBE19FE1-1A90-D58D-CF16-30D2869F697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15E4E264-76D8-2497-4E03-AC81047A8B60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2" name="CuadroTexto 23">
            <a:extLst>
              <a:ext uri="{FF2B5EF4-FFF2-40B4-BE49-F238E27FC236}">
                <a16:creationId xmlns:a16="http://schemas.microsoft.com/office/drawing/2014/main" id="{E53BBA80-42A8-80B2-E8CC-02829CF9C1A8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1D067-32E0-BDB4-CDD9-EC57F34CCC6F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B5CCED4F-81E4-BF86-0453-BACCFBE739BA}"/>
              </a:ext>
            </a:extLst>
          </p:cNvPr>
          <p:cNvSpPr txBox="1"/>
          <p:nvPr/>
        </p:nvSpPr>
        <p:spPr>
          <a:xfrm>
            <a:off x="1888884" y="1455914"/>
            <a:ext cx="168924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Sprint at a Glance</a:t>
            </a:r>
            <a:endParaRPr sz="1600" dirty="0"/>
          </a:p>
        </p:txBody>
      </p:sp>
      <p:sp>
        <p:nvSpPr>
          <p:cNvPr id="15" name="CuadroTexto 28">
            <a:extLst>
              <a:ext uri="{FF2B5EF4-FFF2-40B4-BE49-F238E27FC236}">
                <a16:creationId xmlns:a16="http://schemas.microsoft.com/office/drawing/2014/main" id="{F670FF56-3900-346D-76FC-F290E1BAD307}"/>
              </a:ext>
            </a:extLst>
          </p:cNvPr>
          <p:cNvSpPr txBox="1"/>
          <p:nvPr/>
        </p:nvSpPr>
        <p:spPr>
          <a:xfrm>
            <a:off x="7408859" y="1493538"/>
            <a:ext cx="158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Performed</a:t>
            </a:r>
            <a:endParaRPr sz="1600"/>
          </a:p>
        </p:txBody>
      </p:sp>
      <p:pic>
        <p:nvPicPr>
          <p:cNvPr id="16" name="Picture 15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CuadroTexto 28">
            <a:extLst>
              <a:ext uri="{FF2B5EF4-FFF2-40B4-BE49-F238E27FC236}">
                <a16:creationId xmlns:a16="http://schemas.microsoft.com/office/drawing/2014/main" id="{7C1885E3-1D2F-E084-E0C0-74BD4CAECEE9}"/>
              </a:ext>
            </a:extLst>
          </p:cNvPr>
          <p:cNvSpPr txBox="1"/>
          <p:nvPr/>
        </p:nvSpPr>
        <p:spPr>
          <a:xfrm>
            <a:off x="863444" y="507101"/>
            <a:ext cx="8269572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{{N}}–</a:t>
            </a:r>
            <a:r>
              <a:rPr sz="3600" dirty="0"/>
              <a:t> </a:t>
            </a:r>
            <a:r>
              <a:rPr lang="en-IN" sz="3600" dirty="0">
                <a:solidFill>
                  <a:srgbClr val="00A8A3"/>
                </a:solidFill>
              </a:rPr>
              <a:t>EXECUTIVE SUMMARY</a:t>
            </a:r>
            <a:endParaRPr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4407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77517952-DBFC-04D0-EE3C-9E7F79063BB0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8C8624FC-DEEC-62D4-F925-7C25E09495AE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A2A29291-F0C7-A0C5-CB29-1970113A33B4}"/>
              </a:ext>
            </a:extLst>
          </p:cNvPr>
          <p:cNvSpPr txBox="1"/>
          <p:nvPr/>
        </p:nvSpPr>
        <p:spPr>
          <a:xfrm>
            <a:off x="863444" y="507101"/>
            <a:ext cx="7886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{{N}}–</a:t>
            </a:r>
            <a:r>
              <a:rPr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25101499-7C12-B99F-BACA-9148B69B9635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A4797-568E-6DE4-6E29-AC593838F691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914361D9-FCE0-DD63-CE85-1CC3B8E1A8F4}"/>
              </a:ext>
            </a:extLst>
          </p:cNvPr>
          <p:cNvSpPr txBox="1"/>
          <p:nvPr/>
        </p:nvSpPr>
        <p:spPr>
          <a:xfrm>
            <a:off x="1860140" y="1446999"/>
            <a:ext cx="1862369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WHAT WENT WELL</a:t>
            </a:r>
            <a:endParaRPr sz="1600" dirty="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25646AF1-E994-1211-F8E5-E0F5A20D0DD9}"/>
              </a:ext>
            </a:extLst>
          </p:cNvPr>
          <p:cNvSpPr txBox="1"/>
          <p:nvPr/>
        </p:nvSpPr>
        <p:spPr>
          <a:xfrm>
            <a:off x="7391626" y="1493538"/>
            <a:ext cx="161839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Completed</a:t>
            </a:r>
            <a:endParaRPr sz="1600"/>
          </a:p>
        </p:txBody>
      </p:sp>
      <p:sp>
        <p:nvSpPr>
          <p:cNvPr id="9" name="CuadroTexto 28">
            <a:extLst>
              <a:ext uri="{FF2B5EF4-FFF2-40B4-BE49-F238E27FC236}">
                <a16:creationId xmlns:a16="http://schemas.microsoft.com/office/drawing/2014/main" id="{64E72700-FB40-8D07-F308-1FBF1042CF7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{{POINT_2_PAGE_2}}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{{POINT_3_PAGE_2}}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{{POINT_4_PAGE_2}}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{{POINT_5_PAGE_2}}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{{POINT_6_PAGE_2}}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{{POINT_7_PAGE_2}}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{{POINT_8_PAGE_2}}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{{POINT_9_PAGE_2}}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{{POINT_10_PAGE_2}}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{{POINT_11_PAGE_2}}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BDB5688B-F0B3-44DD-2847-9436E5608F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154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6DA59F51-E508-B059-DB07-E70B5F00A81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2F334FFC-595D-B7B1-3E18-E40BEE94E92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81449BD1-E054-42F9-50A2-D1E88FEA957D}"/>
              </a:ext>
            </a:extLst>
          </p:cNvPr>
          <p:cNvSpPr txBox="1"/>
          <p:nvPr/>
        </p:nvSpPr>
        <p:spPr>
          <a:xfrm>
            <a:off x="863444" y="507101"/>
            <a:ext cx="7984237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729B8901-05B0-2E59-E436-6DBCB68BF65A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D2C36-A51A-FC6E-D328-02223C6730C0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42E2AA1E-A563-EBEB-32C0-8A2B6A65FF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CuadroTexto 28">
            <a:extLst>
              <a:ext uri="{FF2B5EF4-FFF2-40B4-BE49-F238E27FC236}">
                <a16:creationId xmlns:a16="http://schemas.microsoft.com/office/drawing/2014/main" id="{2138495B-D8CF-2D77-DE96-AC9BD0C7A823}"/>
              </a:ext>
            </a:extLst>
          </p:cNvPr>
          <p:cNvSpPr txBox="1"/>
          <p:nvPr/>
        </p:nvSpPr>
        <p:spPr>
          <a:xfrm>
            <a:off x="1860140" y="1446999"/>
            <a:ext cx="196175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CHALENGES FACED</a:t>
            </a:r>
            <a:endParaRPr sz="1600" dirty="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4719C768-C67C-E202-BF9C-70740BC4C66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{{POINT_2_PAGE_3}}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{{POINT_3_PAGE_3}}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{{POINT_4_PAGE_3}}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{{POINT_5_PAGE_3}}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{{POINT_6_PAGE_3}}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{{POINT_7_PAGE_3}}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{{POINT_8_PAGE_3}}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{{POINT_9_PAGE_3}}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{{POINT_10_PAGE_3}}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{{POINT_11_PAGE_3}} 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638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9C4B2D73-841E-A61D-C0FB-8CE63FD81E16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7EFDAD72-F7FA-9C63-2293-284B845D1589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D92E4E48-A586-4D45-7CD1-88DF368CF6BB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8BE48088-07AC-1868-B957-A1B0E1A9AAE0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394C574A-C5E2-2506-B0FC-8EA95C42B615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0E636E74-1011-EEA5-F42C-72A0D6A5B616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3" name="CuadroTexto 23">
            <a:extLst>
              <a:ext uri="{FF2B5EF4-FFF2-40B4-BE49-F238E27FC236}">
                <a16:creationId xmlns:a16="http://schemas.microsoft.com/office/drawing/2014/main" id="{7BAEAFDF-CCF0-9CB8-BD3E-5F108CBF9A3C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5" name="CuadroTexto 28">
            <a:extLst>
              <a:ext uri="{FF2B5EF4-FFF2-40B4-BE49-F238E27FC236}">
                <a16:creationId xmlns:a16="http://schemas.microsoft.com/office/drawing/2014/main" id="{DE0ACF0B-C588-0F5A-0761-A28A78D7AAE9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17" name="Picture 16" descr="Picture 37">
            <a:extLst>
              <a:ext uri="{FF2B5EF4-FFF2-40B4-BE49-F238E27FC236}">
                <a16:creationId xmlns:a16="http://schemas.microsoft.com/office/drawing/2014/main" id="{D7CD3436-F9BC-087A-613A-5766DCB9D4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Forma libre: forma 6">
            <a:extLst>
              <a:ext uri="{FF2B5EF4-FFF2-40B4-BE49-F238E27FC236}">
                <a16:creationId xmlns:a16="http://schemas.microsoft.com/office/drawing/2014/main" id="{69754841-B599-A4E4-D6F6-C71AAF293DE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9" name="Forma libre: forma 7">
            <a:extLst>
              <a:ext uri="{FF2B5EF4-FFF2-40B4-BE49-F238E27FC236}">
                <a16:creationId xmlns:a16="http://schemas.microsoft.com/office/drawing/2014/main" id="{DF7F4611-9E14-D911-8950-C695CF82B82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1" name="CuadroTexto 23">
            <a:extLst>
              <a:ext uri="{FF2B5EF4-FFF2-40B4-BE49-F238E27FC236}">
                <a16:creationId xmlns:a16="http://schemas.microsoft.com/office/drawing/2014/main" id="{EA9DAC20-0386-8FA2-FC47-140458DBA1D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23" name="CuadroTexto 28">
            <a:extLst>
              <a:ext uri="{FF2B5EF4-FFF2-40B4-BE49-F238E27FC236}">
                <a16:creationId xmlns:a16="http://schemas.microsoft.com/office/drawing/2014/main" id="{25BD819C-FF5A-2CDE-F5F6-1C8B7A197249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25" name="Picture 24" descr="Picture 37">
            <a:extLst>
              <a:ext uri="{FF2B5EF4-FFF2-40B4-BE49-F238E27FC236}">
                <a16:creationId xmlns:a16="http://schemas.microsoft.com/office/drawing/2014/main" id="{BABDFB90-C2CC-8C82-6894-F4FF2550C52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Forma libre: forma 6">
            <a:extLst>
              <a:ext uri="{FF2B5EF4-FFF2-40B4-BE49-F238E27FC236}">
                <a16:creationId xmlns:a16="http://schemas.microsoft.com/office/drawing/2014/main" id="{261F08C8-994C-E74F-43F4-F06692747B0A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7" name="Forma libre: forma 7">
            <a:extLst>
              <a:ext uri="{FF2B5EF4-FFF2-40B4-BE49-F238E27FC236}">
                <a16:creationId xmlns:a16="http://schemas.microsoft.com/office/drawing/2014/main" id="{33F6F839-A2FC-BE3F-7C0A-29469465B93C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9" name="CuadroTexto 23">
            <a:extLst>
              <a:ext uri="{FF2B5EF4-FFF2-40B4-BE49-F238E27FC236}">
                <a16:creationId xmlns:a16="http://schemas.microsoft.com/office/drawing/2014/main" id="{FDC9AA6E-0C5B-ACF9-92D7-2D1FE1281861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31" name="CuadroTexto 28">
            <a:extLst>
              <a:ext uri="{FF2B5EF4-FFF2-40B4-BE49-F238E27FC236}">
                <a16:creationId xmlns:a16="http://schemas.microsoft.com/office/drawing/2014/main" id="{B599F7F1-ECBB-552D-D1D2-A59313DDFB8E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33" name="Picture 32" descr="Picture 37">
            <a:extLst>
              <a:ext uri="{FF2B5EF4-FFF2-40B4-BE49-F238E27FC236}">
                <a16:creationId xmlns:a16="http://schemas.microsoft.com/office/drawing/2014/main" id="{F957B8CF-5C0A-AEEE-F16D-E58E06281F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8A376E2-E4F2-8068-8FAF-C8782C471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350597"/>
              </p:ext>
            </p:extLst>
          </p:nvPr>
        </p:nvGraphicFramePr>
        <p:xfrm>
          <a:off x="190499" y="1996065"/>
          <a:ext cx="11811000" cy="4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98842318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1698681929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3807657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3572737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0965666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64849919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2942679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2399208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46107241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1976131708"/>
                    </a:ext>
                  </a:extLst>
                </a:gridCol>
              </a:tblGrid>
              <a:tr h="599152"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{POINT_1_PAGE_4}}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{POINT_2_PAGE_4}}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{POINT_3_PAGE_4}}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{POINT_4_PAGE_4}}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{POINT_5_PAGE_4}}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{POINT_6_PAGE_4}}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{POINT_7_PAGE_4}}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{POINT_8_PAGE_4}}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{POINT_9_PAGE_4}}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63873"/>
                  </a:ext>
                </a:extLst>
              </a:tr>
              <a:tr h="360335">
                <a:tc>
                  <a:txBody>
                    <a:bodyPr/>
                    <a:lstStyle/>
                    <a:p>
                      <a:pPr algn="l" fontAlgn="base">
                        <a:lnSpc>
                          <a:spcPts val="600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84200"/>
                  </a:ext>
                </a:extLst>
              </a:tr>
              <a:tr h="146829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GB" sz="1200" dirty="0"/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013642"/>
                  </a:ext>
                </a:extLst>
              </a:tr>
              <a:tr h="61056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/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807772"/>
                  </a:ext>
                </a:extLst>
              </a:tr>
              <a:tr h="82076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74203"/>
                  </a:ext>
                </a:extLst>
              </a:tr>
              <a:tr h="32029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83987"/>
                  </a:ext>
                </a:extLst>
              </a:tr>
            </a:tbl>
          </a:graphicData>
        </a:graphic>
      </p:graphicFrame>
      <p:sp>
        <p:nvSpPr>
          <p:cNvPr id="34" name="CuadroTexto 28">
            <a:extLst>
              <a:ext uri="{FF2B5EF4-FFF2-40B4-BE49-F238E27FC236}">
                <a16:creationId xmlns:a16="http://schemas.microsoft.com/office/drawing/2014/main" id="{C0DC93B6-4029-D2E2-916E-A19A603B08D3}"/>
              </a:ext>
            </a:extLst>
          </p:cNvPr>
          <p:cNvSpPr txBox="1"/>
          <p:nvPr/>
        </p:nvSpPr>
        <p:spPr>
          <a:xfrm>
            <a:off x="863444" y="507101"/>
            <a:ext cx="7984237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56B3A-A1AE-4A92-9765-EE718C92EA33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37" name="CuadroTexto 28">
            <a:extLst>
              <a:ext uri="{FF2B5EF4-FFF2-40B4-BE49-F238E27FC236}">
                <a16:creationId xmlns:a16="http://schemas.microsoft.com/office/drawing/2014/main" id="{11E935EF-F9E3-0F39-5F35-F6B2D63F5D86}"/>
              </a:ext>
            </a:extLst>
          </p:cNvPr>
          <p:cNvSpPr txBox="1"/>
          <p:nvPr/>
        </p:nvSpPr>
        <p:spPr>
          <a:xfrm>
            <a:off x="1860140" y="1446999"/>
            <a:ext cx="196175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CHALENGES FACED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78999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B9CCD419-A7EB-9B28-6DEC-561E91AF2764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66655477-ECC6-9139-51F0-892F16AD97B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8EE38B02-63B7-AA19-AACF-85235124C801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DA69B8-7873-C4DF-606A-1D0922824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465113"/>
              </p:ext>
            </p:extLst>
          </p:nvPr>
        </p:nvGraphicFramePr>
        <p:xfrm>
          <a:off x="3676825" y="449116"/>
          <a:ext cx="8420100" cy="5978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376467109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94034581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15159651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001923907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480404705"/>
                    </a:ext>
                  </a:extLst>
                </a:gridCol>
              </a:tblGrid>
              <a:tr h="171450">
                <a:tc rowSpan="3" gridSpan="3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Client wise effort utilization in hours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1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Client</a:t>
                      </a:r>
                      <a:endParaRPr lang="en-IN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1" i="0" dirty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Utilization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53073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Naufar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{{num_13}}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381428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KIMS GCC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{{num_14}}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847282"/>
                  </a:ext>
                </a:extLst>
              </a:tr>
              <a:tr h="171450">
                <a:tc rowSpan="5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 wise efforts in hours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Planned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Actual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Deviation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223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Development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{{num_5}}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{{num_9}}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78042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{{num_6}}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{{num_10}}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2056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Bug Fixing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{{num_3}}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{{num_7}}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{{num_11}}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58366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Documentation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{{num_4}}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{{num_8}}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{{num_12}}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08582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Sprint velocity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{{num_15}}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54866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Story points committed vs completed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{{num_16}}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 out of 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{{num_17}}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9301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Defect count 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{{num_19}}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0670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Defect Density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{{num_20}}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4219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Deployment frequency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{{num_21}}</a:t>
                      </a: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358355"/>
                  </a:ext>
                </a:extLst>
              </a:tr>
              <a:tr h="171450">
                <a:tc rowSpan="7" gridSpan="3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Efforts split-up Discipline wise..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ie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 for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Effort (%)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983436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Development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{perc_1%}}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44458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{perc_2%}}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756424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Bug Fixing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{perc_3%}}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68647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Code Review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{perc_4%}}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661404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Documentation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{perc_5%}}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551005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Meetings/Plannings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{perc_6%}}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70632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Sprint wise/Month wise resource utilization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{perc_7%}} hours(100%)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412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% of team fully set up with VS Code and Copilot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{perc_8%}}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99565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Real examples of Copilot usage or value seen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Used for code refactoring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1844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Preparing documentation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31317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Implementing 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formcontrl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code for an existing Angular html template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0581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AGILE adoption status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4250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DF00AC6-3001-925D-1C38-9EC1FF1ACE45}"/>
              </a:ext>
            </a:extLst>
          </p:cNvPr>
          <p:cNvSpPr/>
          <p:nvPr/>
        </p:nvSpPr>
        <p:spPr>
          <a:xfrm>
            <a:off x="0" y="2326286"/>
            <a:ext cx="3026665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2E28DEBA-C06C-9DB8-4762-771BB9F2F979}"/>
              </a:ext>
            </a:extLst>
          </p:cNvPr>
          <p:cNvSpPr txBox="1"/>
          <p:nvPr/>
        </p:nvSpPr>
        <p:spPr>
          <a:xfrm>
            <a:off x="909165" y="2418884"/>
            <a:ext cx="1076898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solidFill>
                  <a:schemeClr val="bg1"/>
                </a:solidFill>
              </a:rPr>
              <a:t>MATRICES</a:t>
            </a:r>
            <a:endParaRPr sz="1600" dirty="0"/>
          </a:p>
        </p:txBody>
      </p:sp>
      <p:pic>
        <p:nvPicPr>
          <p:cNvPr id="15" name="Picture 14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099" y="5832922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" name="CuadroTexto 28">
            <a:extLst>
              <a:ext uri="{FF2B5EF4-FFF2-40B4-BE49-F238E27FC236}">
                <a16:creationId xmlns:a16="http://schemas.microsoft.com/office/drawing/2014/main" id="{42F6CC94-C291-2896-FF98-3330487E5950}"/>
              </a:ext>
            </a:extLst>
          </p:cNvPr>
          <p:cNvSpPr txBox="1"/>
          <p:nvPr/>
        </p:nvSpPr>
        <p:spPr>
          <a:xfrm>
            <a:off x="863444" y="507101"/>
            <a:ext cx="2942793" cy="1754326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</a:t>
            </a:r>
          </a:p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</a:t>
            </a:r>
          </a:p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1960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ABFDD522-AE85-E0D5-D9D1-A4F626CA9B12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C07B62D2-D099-2C86-D9AA-7FB86B9669E5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85CD742A-223C-4063-5F72-B186EDFA7A65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BE178A0F-61BC-3166-B561-E94D9FA80286}"/>
              </a:ext>
            </a:extLst>
          </p:cNvPr>
          <p:cNvSpPr txBox="1"/>
          <p:nvPr/>
        </p:nvSpPr>
        <p:spPr>
          <a:xfrm>
            <a:off x="909164" y="5513543"/>
            <a:ext cx="9775981" cy="338554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9D8ED-850D-8CDB-93C5-CFB74DA41F0D}"/>
              </a:ext>
            </a:extLst>
          </p:cNvPr>
          <p:cNvSpPr txBox="1"/>
          <p:nvPr/>
        </p:nvSpPr>
        <p:spPr>
          <a:xfrm>
            <a:off x="5572458" y="333678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{{img_1}}</a:t>
            </a: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D8F7EDCB-060C-3F7E-7EFE-EC0D1504483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CuadroTexto 28">
            <a:extLst>
              <a:ext uri="{FF2B5EF4-FFF2-40B4-BE49-F238E27FC236}">
                <a16:creationId xmlns:a16="http://schemas.microsoft.com/office/drawing/2014/main" id="{4F71880B-0E4A-6347-16E4-820B1C73A5F9}"/>
              </a:ext>
            </a:extLst>
          </p:cNvPr>
          <p:cNvSpPr txBox="1"/>
          <p:nvPr/>
        </p:nvSpPr>
        <p:spPr>
          <a:xfrm>
            <a:off x="863444" y="507101"/>
            <a:ext cx="7359066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Burn down Chart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3363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39BB29FE-4DFF-AC89-73E7-3DEFAF40AB6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6E2D2762-A944-E093-9418-F995B240588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7068C4FA-4F96-D7F6-4D9E-6BD7A2E0063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8" name="Forma libre: forma 6">
            <a:extLst>
              <a:ext uri="{FF2B5EF4-FFF2-40B4-BE49-F238E27FC236}">
                <a16:creationId xmlns:a16="http://schemas.microsoft.com/office/drawing/2014/main" id="{39BB29FE-4DFF-AC89-73E7-3DEFAF40AB6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9" name="Forma libre: forma 7">
            <a:extLst>
              <a:ext uri="{FF2B5EF4-FFF2-40B4-BE49-F238E27FC236}">
                <a16:creationId xmlns:a16="http://schemas.microsoft.com/office/drawing/2014/main" id="{6E2D2762-A944-E093-9418-F995B240588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CuadroTexto 23">
            <a:extLst>
              <a:ext uri="{FF2B5EF4-FFF2-40B4-BE49-F238E27FC236}">
                <a16:creationId xmlns:a16="http://schemas.microsoft.com/office/drawing/2014/main" id="{7068C4FA-4F96-D7F6-4D9E-6BD7A2E0063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09135-64A3-71F9-D152-2F893CBC326D}"/>
              </a:ext>
            </a:extLst>
          </p:cNvPr>
          <p:cNvSpPr txBox="1"/>
          <p:nvPr/>
        </p:nvSpPr>
        <p:spPr>
          <a:xfrm>
            <a:off x="722376" y="3336783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{{image_2}}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81468-FF13-C961-1DF3-0F42A3C0B95A}"/>
              </a:ext>
            </a:extLst>
          </p:cNvPr>
          <p:cNvSpPr txBox="1"/>
          <p:nvPr/>
        </p:nvSpPr>
        <p:spPr>
          <a:xfrm>
            <a:off x="4602404" y="3429000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{{image_3}}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C458C9-7314-11BC-6FBC-88EB4517C61D}"/>
              </a:ext>
            </a:extLst>
          </p:cNvPr>
          <p:cNvSpPr txBox="1"/>
          <p:nvPr/>
        </p:nvSpPr>
        <p:spPr>
          <a:xfrm>
            <a:off x="9208008" y="3336783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{{image_4}}</a:t>
            </a:r>
          </a:p>
        </p:txBody>
      </p:sp>
      <p:pic>
        <p:nvPicPr>
          <p:cNvPr id="17" name="Picture 16" descr="Picture 37">
            <a:extLst>
              <a:ext uri="{FF2B5EF4-FFF2-40B4-BE49-F238E27FC236}">
                <a16:creationId xmlns:a16="http://schemas.microsoft.com/office/drawing/2014/main" id="{008D3E1F-EAD6-A39A-727C-B50E2FE5CA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" name="CuadroTexto 28">
            <a:extLst>
              <a:ext uri="{FF2B5EF4-FFF2-40B4-BE49-F238E27FC236}">
                <a16:creationId xmlns:a16="http://schemas.microsoft.com/office/drawing/2014/main" id="{27446016-7399-D01A-0CB1-411C1B92E4FE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</a:rPr>
              <a:t>Resource Utilization Details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589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F91258D9-DE58-8A9D-34FF-925440B7F97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BD8C0993-A36B-408E-692E-13DCDC0DFC00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A4B683FD-847D-54FC-E248-3B95A33A62BE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CuadroTexto 28">
            <a:extLst>
              <a:ext uri="{FF2B5EF4-FFF2-40B4-BE49-F238E27FC236}">
                <a16:creationId xmlns:a16="http://schemas.microsoft.com/office/drawing/2014/main" id="{C9B7E2B4-FFAF-2AEA-EDCE-3DAAF7C6D40F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{{POINT_2_PAGE_6}}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{{POINT_3_PAGE_6}}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{{POINT_4_PAGE_6}}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{{POINT_5_PAGE_6}}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{{POINT_6_PAGE_6}}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{{POINT_7_PAGE_6}}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{{POINT_8_PAGE_6}}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{{POINT_9_PAGE_6}}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{{POINT_10_PAGE_6}}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{{POINT_11_PAGE_6}}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CuadroTexto 28">
            <a:extLst>
              <a:ext uri="{FF2B5EF4-FFF2-40B4-BE49-F238E27FC236}">
                <a16:creationId xmlns:a16="http://schemas.microsoft.com/office/drawing/2014/main" id="{2EF15E6B-0936-E7FC-C75F-5BF9B01C53B5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Action Plan for Next Sprint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17B54-3F51-481D-79A3-60D3A096BBC3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419AFC8A-7CA4-5DC3-B9EA-BB891DD0FA9A}"/>
              </a:ext>
            </a:extLst>
          </p:cNvPr>
          <p:cNvSpPr txBox="1"/>
          <p:nvPr/>
        </p:nvSpPr>
        <p:spPr>
          <a:xfrm>
            <a:off x="1860140" y="1446999"/>
            <a:ext cx="1403910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ACTION PLAN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5516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8137BB96-0E0F-BDB9-7936-17324173E99F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09792C2C-B31A-01BF-8D69-271536C1ACB9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E54258D8-7CD6-76D7-3BCE-25C05558F932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ACF63AAA-0AA2-681B-1D87-5DD51959857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CuadroTexto 28">
            <a:extLst>
              <a:ext uri="{FF2B5EF4-FFF2-40B4-BE49-F238E27FC236}">
                <a16:creationId xmlns:a16="http://schemas.microsoft.com/office/drawing/2014/main" id="{7AA0D0ED-06E6-F9A6-B26E-A156E70D6618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{{POINT_2_PAGE_7}}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{{POINT_3_PAGE_7}}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{{POINT_4_PAGE_7}}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{{POINT_5_PAGE_7}}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{{POINT_6_PAGE_7}}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{{POINT_7_PAGE_7}}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{{POINT_8_PAGE_7}}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{{POINT_9_PAGE_7}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{{POINT_10_PAGE_7}} 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{{POINT_11_PAGE_7}}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CuadroTexto 28">
            <a:extLst>
              <a:ext uri="{FF2B5EF4-FFF2-40B4-BE49-F238E27FC236}">
                <a16:creationId xmlns:a16="http://schemas.microsoft.com/office/drawing/2014/main" id="{507ACDE6-1576-3A29-6196-976147E7FF7C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Action Plan for Next Sprint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A2665-8D1A-199C-ED2D-5FE0DF78F128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9079A6D5-B534-28FF-96D8-0498A4845654}"/>
              </a:ext>
            </a:extLst>
          </p:cNvPr>
          <p:cNvSpPr txBox="1"/>
          <p:nvPr/>
        </p:nvSpPr>
        <p:spPr>
          <a:xfrm>
            <a:off x="1860140" y="1446999"/>
            <a:ext cx="1403910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ACTION PLAN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16931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76AEE59-F13A-464E-F971-43F8B465B712}"/>
              </a:ext>
            </a:extLst>
          </p:cNvPr>
          <p:cNvSpPr txBox="1">
            <a:spLocks noGrp="1"/>
          </p:cNvSpPr>
          <p:nvPr/>
        </p:nvSpPr>
        <p:spPr>
          <a:xfrm>
            <a:off x="5015879" y="6597352"/>
            <a:ext cx="352063" cy="350661"/>
          </a:xfrm>
          <a:prstGeom prst="rect">
            <a:avLst/>
          </a:prstGeom>
        </p:spPr>
        <p:txBody>
          <a:bodyPr vert="horz" lIns="45719" tIns="45719" rIns="45719" bIns="45719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/>
              <a:pPr/>
              <a:t>11</a:t>
            </a:fld>
            <a:endParaRPr/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7829175-68C6-1C2E-A197-EF5817E7F0CE}"/>
              </a:ext>
            </a:extLst>
          </p:cNvPr>
          <p:cNvSpPr/>
          <p:nvPr/>
        </p:nvSpPr>
        <p:spPr>
          <a:xfrm>
            <a:off x="0" y="0"/>
            <a:ext cx="12216680" cy="116632"/>
          </a:xfrm>
          <a:prstGeom prst="rect">
            <a:avLst/>
          </a:prstGeom>
          <a:solidFill>
            <a:srgbClr val="049D98"/>
          </a:solidFill>
          <a:ln w="12700">
            <a:miter lim="400000"/>
          </a:ln>
        </p:spPr>
        <p:txBody>
          <a:bodyPr lIns="25400" tIns="25400" rIns="25400" bIns="254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11554-977E-BD4E-17CC-1EFDDC53A5E3}"/>
              </a:ext>
            </a:extLst>
          </p:cNvPr>
          <p:cNvSpPr/>
          <p:nvPr/>
        </p:nvSpPr>
        <p:spPr>
          <a:xfrm>
            <a:off x="0" y="6572272"/>
            <a:ext cx="12192000" cy="2857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E599B89-2DA4-6BBD-73DA-D4360811F932}"/>
              </a:ext>
            </a:extLst>
          </p:cNvPr>
          <p:cNvSpPr/>
          <p:nvPr/>
        </p:nvSpPr>
        <p:spPr>
          <a:xfrm flipV="1">
            <a:off x="-1" y="6570682"/>
            <a:ext cx="12192002" cy="1589"/>
          </a:xfrm>
          <a:prstGeom prst="line">
            <a:avLst/>
          </a:prstGeom>
          <a:ln w="76200">
            <a:solidFill>
              <a:srgbClr val="8C8C8C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3E95002-9057-6713-5FAB-4AA234E518D8}"/>
              </a:ext>
            </a:extLst>
          </p:cNvPr>
          <p:cNvSpPr txBox="1"/>
          <p:nvPr/>
        </p:nvSpPr>
        <p:spPr>
          <a:xfrm>
            <a:off x="165056" y="6596390"/>
            <a:ext cx="932463" cy="261608"/>
          </a:xfrm>
          <a:prstGeom prst="rect">
            <a:avLst/>
          </a:prstGeom>
          <a:ln w="12700">
            <a:miter lim="400000"/>
          </a:ln>
        </p:spPr>
        <p:txBody>
          <a:bodyPr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Confidential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4623D611-83DB-40F8-CC0D-EE0C67C3036C}"/>
              </a:ext>
            </a:extLst>
          </p:cNvPr>
          <p:cNvSpPr txBox="1"/>
          <p:nvPr/>
        </p:nvSpPr>
        <p:spPr>
          <a:xfrm>
            <a:off x="4701560" y="6596390"/>
            <a:ext cx="2788881" cy="261608"/>
          </a:xfrm>
          <a:prstGeom prst="rect">
            <a:avLst/>
          </a:prstGeom>
          <a:ln w="12700">
            <a:miter lim="400000"/>
          </a:ln>
        </p:spPr>
        <p:txBody>
          <a:bodyPr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Copyright © 2023 FujiFilm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12AB7-20D4-EED3-23C8-6ADAAF7DF8F8}"/>
              </a:ext>
            </a:extLst>
          </p:cNvPr>
          <p:cNvSpPr txBox="1"/>
          <p:nvPr/>
        </p:nvSpPr>
        <p:spPr>
          <a:xfrm>
            <a:off x="10180264" y="6596390"/>
            <a:ext cx="1834796" cy="261608"/>
          </a:xfrm>
          <a:prstGeom prst="rect">
            <a:avLst/>
          </a:prstGeom>
          <a:ln w="12700">
            <a:miter lim="400000"/>
          </a:ln>
        </p:spPr>
        <p:txBody>
          <a:bodyPr wrap="none"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www.kamedainfologics.com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DE9DC-6E68-0E40-6444-05206C20A9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6BA"/>
            </a:solidFill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161D70-3AC6-01B4-72D8-2D60030EFFDC}"/>
              </a:ext>
            </a:extLst>
          </p:cNvPr>
          <p:cNvSpPr/>
          <p:nvPr/>
        </p:nvSpPr>
        <p:spPr>
          <a:xfrm>
            <a:off x="554618" y="-3811"/>
            <a:ext cx="11637383" cy="4976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76" extrusionOk="0">
                <a:moveTo>
                  <a:pt x="0" y="0"/>
                </a:moveTo>
                <a:lnTo>
                  <a:pt x="21600" y="0"/>
                </a:lnTo>
                <a:cubicBezTo>
                  <a:pt x="21600" y="0"/>
                  <a:pt x="21600" y="0"/>
                  <a:pt x="21600" y="13883"/>
                </a:cubicBezTo>
                <a:cubicBezTo>
                  <a:pt x="21569" y="13954"/>
                  <a:pt x="21539" y="14024"/>
                  <a:pt x="21500" y="14095"/>
                </a:cubicBezTo>
                <a:cubicBezTo>
                  <a:pt x="20918" y="15363"/>
                  <a:pt x="17682" y="21600"/>
                  <a:pt x="12644" y="17019"/>
                </a:cubicBezTo>
                <a:cubicBezTo>
                  <a:pt x="8281" y="13055"/>
                  <a:pt x="4279" y="3717"/>
                  <a:pt x="0" y="0"/>
                </a:cubicBezTo>
                <a:close/>
              </a:path>
            </a:pathLst>
          </a:cu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6241B32-BEA7-739E-448E-135EC618E684}"/>
              </a:ext>
            </a:extLst>
          </p:cNvPr>
          <p:cNvSpPr/>
          <p:nvPr/>
        </p:nvSpPr>
        <p:spPr>
          <a:xfrm>
            <a:off x="-1" y="-1"/>
            <a:ext cx="12160241" cy="5289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40" extrusionOk="0">
                <a:moveTo>
                  <a:pt x="4772" y="10148"/>
                </a:moveTo>
                <a:cubicBezTo>
                  <a:pt x="7838" y="11734"/>
                  <a:pt x="10503" y="16174"/>
                  <a:pt x="12903" y="18675"/>
                </a:cubicBezTo>
                <a:cubicBezTo>
                  <a:pt x="15275" y="21160"/>
                  <a:pt x="18921" y="21001"/>
                  <a:pt x="21600" y="14095"/>
                </a:cubicBezTo>
                <a:cubicBezTo>
                  <a:pt x="21093" y="15363"/>
                  <a:pt x="18281" y="21600"/>
                  <a:pt x="13902" y="17019"/>
                </a:cubicBezTo>
                <a:cubicBezTo>
                  <a:pt x="10110" y="13055"/>
                  <a:pt x="6631" y="3717"/>
                  <a:pt x="2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76"/>
                  <a:pt x="0" y="10976"/>
                  <a:pt x="0" y="10976"/>
                </a:cubicBezTo>
                <a:cubicBezTo>
                  <a:pt x="273" y="10624"/>
                  <a:pt x="1973" y="8703"/>
                  <a:pt x="4772" y="10148"/>
                </a:cubicBez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  <a:effectLst>
            <a:outerShdw blurRad="825500" dist="457200" dir="8100000" rotWithShape="0">
              <a:srgbClr val="000000">
                <a:alpha val="20000"/>
              </a:srgbClr>
            </a:outerShdw>
          </a:effectLst>
        </p:spPr>
        <p:txBody>
          <a:bodyPr lIns="25400" tIns="25400" rIns="25400" bIns="254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717A662-71DE-8602-D1E8-5D314EC80901}"/>
              </a:ext>
            </a:extLst>
          </p:cNvPr>
          <p:cNvSpPr txBox="1"/>
          <p:nvPr/>
        </p:nvSpPr>
        <p:spPr>
          <a:xfrm>
            <a:off x="6488909" y="1357487"/>
            <a:ext cx="4197732" cy="1723549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 sz="1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7000"/>
              <a:t>THANK </a:t>
            </a:r>
          </a:p>
          <a:p>
            <a:pPr>
              <a:lnSpc>
                <a:spcPct val="80000"/>
              </a:lnSpc>
              <a:defRPr sz="1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7000"/>
              <a:t>YOU.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C39F21-7F7E-982C-4FC8-7CBA6F55EE52}"/>
              </a:ext>
            </a:extLst>
          </p:cNvPr>
          <p:cNvGrpSpPr/>
          <p:nvPr/>
        </p:nvGrpSpPr>
        <p:grpSpPr>
          <a:xfrm>
            <a:off x="595273" y="4500568"/>
            <a:ext cx="4898410" cy="764977"/>
            <a:chOff x="595273" y="4500568"/>
            <a:chExt cx="9796817" cy="1529952"/>
          </a:xfrm>
        </p:grpSpPr>
        <p:grpSp>
          <p:nvGrpSpPr>
            <p:cNvPr id="16" name="Picture 26">
              <a:extLst>
                <a:ext uri="{FF2B5EF4-FFF2-40B4-BE49-F238E27FC236}">
                  <a16:creationId xmlns:a16="http://schemas.microsoft.com/office/drawing/2014/main" id="{F325A9A3-D828-7CE6-223D-7DE9C13C436A}"/>
                </a:ext>
              </a:extLst>
            </p:cNvPr>
            <p:cNvGrpSpPr/>
            <p:nvPr/>
          </p:nvGrpSpPr>
          <p:grpSpPr>
            <a:xfrm>
              <a:off x="6073756" y="4500568"/>
              <a:ext cx="4318334" cy="1529952"/>
              <a:chOff x="6073756" y="4500568"/>
              <a:chExt cx="4318332" cy="1529950"/>
            </a:xfrm>
          </p:grpSpPr>
          <p:sp>
            <p:nvSpPr>
              <p:cNvPr id="18" name="Shape">
                <a:extLst>
                  <a:ext uri="{FF2B5EF4-FFF2-40B4-BE49-F238E27FC236}">
                    <a16:creationId xmlns:a16="http://schemas.microsoft.com/office/drawing/2014/main" id="{1162FE65-6FB6-EDF7-2995-430ED9D2B9DF}"/>
                  </a:ext>
                </a:extLst>
              </p:cNvPr>
              <p:cNvSpPr/>
              <p:nvPr/>
            </p:nvSpPr>
            <p:spPr>
              <a:xfrm>
                <a:off x="6073756" y="4500568"/>
                <a:ext cx="4318332" cy="15299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856"/>
                    </a:moveTo>
                    <a:cubicBezTo>
                      <a:pt x="0" y="831"/>
                      <a:pt x="294" y="0"/>
                      <a:pt x="658" y="0"/>
                    </a:cubicBezTo>
                    <a:lnTo>
                      <a:pt x="20942" y="0"/>
                    </a:lnTo>
                    <a:cubicBezTo>
                      <a:pt x="21306" y="0"/>
                      <a:pt x="21600" y="831"/>
                      <a:pt x="21600" y="1856"/>
                    </a:cubicBezTo>
                    <a:lnTo>
                      <a:pt x="21600" y="19744"/>
                    </a:lnTo>
                    <a:cubicBezTo>
                      <a:pt x="21600" y="20769"/>
                      <a:pt x="21306" y="21600"/>
                      <a:pt x="20942" y="21600"/>
                    </a:cubicBezTo>
                    <a:lnTo>
                      <a:pt x="658" y="21600"/>
                    </a:lnTo>
                    <a:cubicBezTo>
                      <a:pt x="294" y="21600"/>
                      <a:pt x="0" y="20769"/>
                      <a:pt x="0" y="19744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defRPr sz="180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900"/>
              </a:p>
            </p:txBody>
          </p:sp>
          <p:pic>
            <p:nvPicPr>
              <p:cNvPr id="19" name="image8.jpeg">
                <a:extLst>
                  <a:ext uri="{FF2B5EF4-FFF2-40B4-BE49-F238E27FC236}">
                    <a16:creationId xmlns:a16="http://schemas.microsoft.com/office/drawing/2014/main" id="{3CD31B20-D56D-0AB6-CEA6-D8EE6A6AB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6"/>
              <a:stretch>
                <a:fillRect/>
              </a:stretch>
            </p:blipFill>
            <p:spPr>
              <a:xfrm>
                <a:off x="6073758" y="4500568"/>
                <a:ext cx="4318001" cy="15299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59" y="0"/>
                    </a:moveTo>
                    <a:cubicBezTo>
                      <a:pt x="296" y="0"/>
                      <a:pt x="0" y="834"/>
                      <a:pt x="0" y="1860"/>
                    </a:cubicBezTo>
                    <a:lnTo>
                      <a:pt x="0" y="19740"/>
                    </a:lnTo>
                    <a:cubicBezTo>
                      <a:pt x="0" y="20766"/>
                      <a:pt x="296" y="21600"/>
                      <a:pt x="659" y="21600"/>
                    </a:cubicBezTo>
                    <a:lnTo>
                      <a:pt x="20945" y="21600"/>
                    </a:lnTo>
                    <a:cubicBezTo>
                      <a:pt x="21308" y="21600"/>
                      <a:pt x="21600" y="20766"/>
                      <a:pt x="21600" y="19740"/>
                    </a:cubicBezTo>
                    <a:lnTo>
                      <a:pt x="21600" y="1860"/>
                    </a:lnTo>
                    <a:cubicBezTo>
                      <a:pt x="21600" y="834"/>
                      <a:pt x="21308" y="0"/>
                      <a:pt x="20945" y="0"/>
                    </a:cubicBezTo>
                    <a:lnTo>
                      <a:pt x="659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  <a:headEnd/>
                <a:tailEnd/>
              </a:ln>
              <a:effectLst/>
            </p:spPr>
          </p:pic>
        </p:grpSp>
        <p:pic>
          <p:nvPicPr>
            <p:cNvPr id="17" name="Picture 16" descr="Picture 3">
              <a:extLst>
                <a:ext uri="{FF2B5EF4-FFF2-40B4-BE49-F238E27FC236}">
                  <a16:creationId xmlns:a16="http://schemas.microsoft.com/office/drawing/2014/main" id="{1C583D6F-E6A1-F400-5131-2133E969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778"/>
            <a:stretch>
              <a:fillRect/>
            </a:stretch>
          </p:blipFill>
          <p:spPr>
            <a:xfrm>
              <a:off x="595273" y="4793270"/>
              <a:ext cx="5431255" cy="94425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4" name="Picture 13" descr="Picture 19">
            <a:extLst>
              <a:ext uri="{FF2B5EF4-FFF2-40B4-BE49-F238E27FC236}">
                <a16:creationId xmlns:a16="http://schemas.microsoft.com/office/drawing/2014/main" id="{88F71B43-C183-16F8-E405-35DAEB7BC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329" y="5640232"/>
            <a:ext cx="2250298" cy="8963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5" name="Picture 14" descr="Picture 20">
            <a:extLst>
              <a:ext uri="{FF2B5EF4-FFF2-40B4-BE49-F238E27FC236}">
                <a16:creationId xmlns:a16="http://schemas.microsoft.com/office/drawing/2014/main" id="{3F4BCC33-CF2B-947E-0B47-4C7DBBB83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0"/>
            <a:ext cx="11649075" cy="498633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814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A6C3650D14134EA4632572DBC408C7" ma:contentTypeVersion="3" ma:contentTypeDescription="Create a new document." ma:contentTypeScope="" ma:versionID="71d09805301137f0ed9b1b8ba4b825a2">
  <xsd:schema xmlns:xsd="http://www.w3.org/2001/XMLSchema" xmlns:xs="http://www.w3.org/2001/XMLSchema" xmlns:p="http://schemas.microsoft.com/office/2006/metadata/properties" xmlns:ns2="adc8559a-88e1-4939-be74-527a5cf1bf1f" targetNamespace="http://schemas.microsoft.com/office/2006/metadata/properties" ma:root="true" ma:fieldsID="f1849f80e09b5682185561465d479780" ns2:_="">
    <xsd:import namespace="adc8559a-88e1-4939-be74-527a5cf1bf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559a-88e1-4939-be74-527a5cf1bf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854CEF-DD42-4D44-951A-7DF26DA9DF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535BDB-931C-40EE-B452-EF5FB9121833}">
  <ds:schemaRefs>
    <ds:schemaRef ds:uri="adc8559a-88e1-4939-be74-527a5cf1bf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30A7541-331D-497E-AA94-3C554D8E2C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1421</Words>
  <Application>Microsoft Office PowerPoint</Application>
  <PresentationFormat>Widescreen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Arial,Sans-Serif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anshad velladath</cp:lastModifiedBy>
  <cp:revision>21</cp:revision>
  <dcterms:created xsi:type="dcterms:W3CDTF">2026-04-16T09:19:39Z</dcterms:created>
  <dcterms:modified xsi:type="dcterms:W3CDTF">2026-05-13T13:51:22Z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0x010100B8A6C3650D14134EA4632572DBC408C7</vt:lpwstr>
  </property>
</Properties>
</file>